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88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663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231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258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867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948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389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563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747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136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4960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2524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92E6AB-331F-0DE5-9743-5C1C3D3BB9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50"/>
          <a:stretch>
            <a:fillRect/>
          </a:stretch>
        </p:blipFill>
        <p:spPr>
          <a:xfrm>
            <a:off x="21" y="-2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25139C8-1BAA-C200-6B07-EED68D0A12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8061" y="9144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es-ES" dirty="0">
                <a:solidFill>
                  <a:srgbClr val="FFFFFF"/>
                </a:solidFill>
              </a:rPr>
              <a:t> </a:t>
            </a:r>
            <a:endParaRPr lang="es-AR" dirty="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7B1C22-E50C-3E57-BF10-8BC8F53043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9835" y="5253051"/>
            <a:ext cx="4941173" cy="812923"/>
          </a:xfrm>
        </p:spPr>
        <p:txBody>
          <a:bodyPr anchor="t">
            <a:normAutofit/>
          </a:bodyPr>
          <a:lstStyle/>
          <a:p>
            <a:pPr algn="r"/>
            <a:r>
              <a:rPr lang="es-ES" dirty="0">
                <a:solidFill>
                  <a:srgbClr val="FFFFFF"/>
                </a:solidFill>
              </a:rPr>
              <a:t> </a:t>
            </a:r>
            <a:endParaRPr lang="es-AR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FB55590C-C021-804E-F750-5B97A88F4C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22" t="7650" r="10607" b="13333"/>
          <a:stretch>
            <a:fillRect/>
          </a:stretch>
        </p:blipFill>
        <p:spPr>
          <a:xfrm>
            <a:off x="1993692" y="524656"/>
            <a:ext cx="8154649" cy="5418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518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983080A-6551-4451-BD82-99B048897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DD09994-986A-6E01-C40B-1E0C695C35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40000"/>
          </a:blip>
          <a:srcRect b="6250"/>
          <a:stretch>
            <a:fillRect/>
          </a:stretch>
        </p:blipFill>
        <p:spPr>
          <a:xfrm>
            <a:off x="20" y="10"/>
            <a:ext cx="12191980" cy="685798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5C8BF2-C035-4BFF-8802-A39723834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6272784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ángulo 4">
            <a:extLst>
              <a:ext uri="{FF2B5EF4-FFF2-40B4-BE49-F238E27FC236}">
                <a16:creationId xmlns:a16="http://schemas.microsoft.com/office/drawing/2014/main" id="{93C688E0-389B-221D-72C6-E3638145B5F4}"/>
              </a:ext>
            </a:extLst>
          </p:cNvPr>
          <p:cNvSpPr/>
          <p:nvPr/>
        </p:nvSpPr>
        <p:spPr>
          <a:xfrm>
            <a:off x="312636" y="1425385"/>
            <a:ext cx="2474260" cy="39539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s-E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-Hotel</a:t>
            </a:r>
          </a:p>
          <a:p>
            <a:pPr>
              <a:lnSpc>
                <a:spcPct val="150000"/>
              </a:lnSpc>
            </a:pPr>
            <a:r>
              <a:rPr lang="es-E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-Habitación</a:t>
            </a:r>
          </a:p>
          <a:p>
            <a:pPr>
              <a:lnSpc>
                <a:spcPct val="150000"/>
              </a:lnSpc>
            </a:pPr>
            <a:r>
              <a:rPr lang="es-E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-Reserva</a:t>
            </a:r>
          </a:p>
          <a:p>
            <a:pPr>
              <a:lnSpc>
                <a:spcPct val="150000"/>
              </a:lnSpc>
            </a:pPr>
            <a:r>
              <a:rPr lang="es-E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-Huésped</a:t>
            </a:r>
          </a:p>
          <a:p>
            <a:pPr>
              <a:lnSpc>
                <a:spcPct val="150000"/>
              </a:lnSpc>
            </a:pPr>
            <a:r>
              <a:rPr lang="es-E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-ServicioAdicional</a:t>
            </a:r>
          </a:p>
          <a:p>
            <a:pPr>
              <a:lnSpc>
                <a:spcPct val="150000"/>
              </a:lnSpc>
            </a:pPr>
            <a:r>
              <a:rPr lang="es-E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-Factura</a:t>
            </a:r>
          </a:p>
          <a:p>
            <a:pPr>
              <a:lnSpc>
                <a:spcPct val="150000"/>
              </a:lnSpc>
            </a:pPr>
            <a:r>
              <a:rPr lang="es-E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-Cargo</a:t>
            </a:r>
          </a:p>
          <a:p>
            <a:pPr>
              <a:lnSpc>
                <a:spcPct val="150000"/>
              </a:lnSpc>
            </a:pPr>
            <a:r>
              <a:rPr lang="es-E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-Área</a:t>
            </a:r>
          </a:p>
          <a:p>
            <a:pPr>
              <a:lnSpc>
                <a:spcPct val="150000"/>
              </a:lnSpc>
            </a:pPr>
            <a:r>
              <a:rPr lang="es-E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-Empleado</a:t>
            </a:r>
            <a:endParaRPr lang="es-AR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8A95ADC-77E8-C849-56BB-5F38729B9788}"/>
              </a:ext>
            </a:extLst>
          </p:cNvPr>
          <p:cNvSpPr/>
          <p:nvPr/>
        </p:nvSpPr>
        <p:spPr>
          <a:xfrm>
            <a:off x="295835" y="1031001"/>
            <a:ext cx="2491061" cy="3943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Clases Principales </a:t>
            </a:r>
            <a:endParaRPr lang="es-AR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4DB412C-F967-AEDE-71DC-6740DA8BA189}"/>
              </a:ext>
            </a:extLst>
          </p:cNvPr>
          <p:cNvSpPr/>
          <p:nvPr/>
        </p:nvSpPr>
        <p:spPr>
          <a:xfrm>
            <a:off x="4276164" y="1031001"/>
            <a:ext cx="2810435" cy="394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Subclases (</a:t>
            </a:r>
            <a:r>
              <a:rPr lang="es-ES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Habitacion</a:t>
            </a:r>
            <a:r>
              <a:rPr lang="es-E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)</a:t>
            </a:r>
            <a:endParaRPr lang="es-AR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956C08D-8EA4-8D3A-00ED-3C3182DDA7EF}"/>
              </a:ext>
            </a:extLst>
          </p:cNvPr>
          <p:cNvSpPr/>
          <p:nvPr/>
        </p:nvSpPr>
        <p:spPr>
          <a:xfrm>
            <a:off x="4276165" y="1425382"/>
            <a:ext cx="2810435" cy="11967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-</a:t>
            </a:r>
            <a:r>
              <a:rPr lang="es-ES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HabitacionSimple</a:t>
            </a:r>
            <a:endParaRPr lang="es-E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r>
              <a:rPr lang="es-E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-</a:t>
            </a:r>
            <a:r>
              <a:rPr lang="es-ES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HabitacionDoble</a:t>
            </a:r>
            <a:endParaRPr lang="es-E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r>
              <a:rPr lang="es-E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-Suite</a:t>
            </a:r>
          </a:p>
          <a:p>
            <a:r>
              <a:rPr lang="es-E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-</a:t>
            </a:r>
            <a:r>
              <a:rPr lang="es-ES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HabitacionFamiliar</a:t>
            </a:r>
            <a:endParaRPr lang="es-AR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62F8D15-8FA0-980B-9174-476EA02D0EB9}"/>
              </a:ext>
            </a:extLst>
          </p:cNvPr>
          <p:cNvSpPr/>
          <p:nvPr/>
        </p:nvSpPr>
        <p:spPr>
          <a:xfrm>
            <a:off x="4276165" y="2955391"/>
            <a:ext cx="2810435" cy="394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Subclases (</a:t>
            </a:r>
            <a:r>
              <a:rPr lang="es-ES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Huesped</a:t>
            </a:r>
            <a:r>
              <a:rPr lang="es-E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)</a:t>
            </a:r>
            <a:endParaRPr lang="es-AR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30F4984-DD86-7B1A-5F28-0985397F37D8}"/>
              </a:ext>
            </a:extLst>
          </p:cNvPr>
          <p:cNvSpPr/>
          <p:nvPr/>
        </p:nvSpPr>
        <p:spPr>
          <a:xfrm>
            <a:off x="4276165" y="3349772"/>
            <a:ext cx="2810435" cy="10309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-</a:t>
            </a:r>
            <a:r>
              <a:rPr lang="es-ES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HuespedFrecuente</a:t>
            </a:r>
            <a:endParaRPr lang="es-E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r>
              <a:rPr lang="es-E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-</a:t>
            </a:r>
            <a:r>
              <a:rPr lang="es-ES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HuespedOcasional</a:t>
            </a:r>
            <a:endParaRPr lang="es-AR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4CCA25D-7A7E-2118-50A0-9A2DC76B4CD3}"/>
              </a:ext>
            </a:extLst>
          </p:cNvPr>
          <p:cNvSpPr txBox="1"/>
          <p:nvPr/>
        </p:nvSpPr>
        <p:spPr>
          <a:xfrm>
            <a:off x="312636" y="347024"/>
            <a:ext cx="65781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Clases candidatas</a:t>
            </a:r>
            <a:endParaRPr lang="es-AR" sz="3200" dirty="0"/>
          </a:p>
        </p:txBody>
      </p:sp>
    </p:spTree>
    <p:extLst>
      <p:ext uri="{BB962C8B-B14F-4D97-AF65-F5344CB8AC3E}">
        <p14:creationId xmlns:p14="http://schemas.microsoft.com/office/powerpoint/2010/main" val="3168871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44</Words>
  <Application>Microsoft Office PowerPoint</Application>
  <PresentationFormat>Panorámica</PresentationFormat>
  <Paragraphs>21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Grandview Display</vt:lpstr>
      <vt:lpstr>DashVTI</vt:lpstr>
      <vt:lpstr> 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franco arce</dc:creator>
  <cp:lastModifiedBy>franco arce</cp:lastModifiedBy>
  <cp:revision>1</cp:revision>
  <dcterms:created xsi:type="dcterms:W3CDTF">2026-04-15T19:00:50Z</dcterms:created>
  <dcterms:modified xsi:type="dcterms:W3CDTF">2026-04-15T19:57:37Z</dcterms:modified>
</cp:coreProperties>
</file>